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틱톡 뷰티 숏폼 25개 영상 정밀 분석</a:t>
            </a:r>
          </a:p>
          <a:p>
            <a:pPr algn="ctr">
              <a:defRPr sz="2000">
                <a:solidFill>
                  <a:srgbClr val="AAAACC"/>
                </a:solidFill>
              </a:defRPr>
            </a:pPr>
            <a:r>
              <a:t>2026.04.01 | 분석 영상: 15개 신규 + 10개 기존 | 재원 (데이터 분석)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분석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분석 대상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전체 25개 틱톡 뷰티/자기관리 숏폼 영상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신규 15개 (snaptik 다운로드) + 기존 10개 (한글 파일명)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해상도: 720x1280 (15개) / 1080x1920 (10개)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영상 길이 통계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전체 25개 평균: 43.3초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신규 15개 평균: 53.4초 (최소 30초 ~ 최대 82.6초)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기존 10개 평균: 33.1초 (최소 19.2초 ~ 최대 57.5초)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최적 범위: 스토리형 50~70초 / 리스트형 30~40초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주제 분포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가슴 크기 관련: 32% (8개) - 석류정 제품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피부 미백/착색: 28% (7개) - 워시비 착색크림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뷰티 루틴: 20% (5개)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체형 관리: 12% (3개)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기타(키 성장): 4% (1개)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훅킹 패턴 분석 (핵심 발견)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커뮤니티 게시글 위장 훅킹 - 68% (17/25개)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네이트판 '톡커들의선택' 뱃지 + 조회수/댓글수 표시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패완표 '오늘의판' 뱃지도 사용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평균 표시 조회수: 148,500 / 평균 표시 댓글수: 255개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'이미 검증된 정보'라는 사회적 증거가 스크롤 멈추게 함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이미지+텍스트 훅킹 - 16% (4개)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민감한 주제: 손그림/일러스트로 대체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밈 캐릭터(인어공주) 또는 충격 비주얼(팩 바른 얼굴)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텍스트 온리 훅킹 - 12% (3개)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큰 볼드체 한마디: '이거봐'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스토리 시작형: '내가 몇개월 전만 하더라도'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긴급감 훅킹 - 4% (1개)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'+1시간뒤 삭제' 같은 삭제 예고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장면 구조 유형 4가지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A. 스토리 드리븐 (56%, 14개) - 평균 58초, 8장면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훅킹 -&gt; 공감스토리 -&gt; 시도/실패 -&gt; 원인설명 -&gt; 솔루션 -&gt; 증거 -&gt; 팁 -&gt; 마무리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감정 낙차가 핵심. 좌절 구간이 길수록 솔루션 가치 상승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B. 리스트 정보형 (24%, 6개) - 평균 37초, 6장면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훅킹 -&gt; 번호리스트(1.2.3.) -&gt; 제품삽입 -&gt; 마무리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짧고 빠른 정보 전달. 댓글 참여도 가장 높음 (평균 392)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C. 3자 시점형 (12%, 3개) - 평균 37초, 6장면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훅킹 -&gt; 친구/주변인 이야기 -&gt; 솔루션 -&gt; 증거 -&gt; 반전 -&gt; 마무리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'친구가~', '주변에서~' 3인칭으로 광고감 최소화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D. 결과 쇼케이스형 (8%, 2개) - 평균 53초, 7장면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훅킹 -&gt; 변화리스트 -&gt; 솔루션 -&gt; 증거사진 -&gt; 공유유도 -&gt; 마무리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결과부터 보여주고 방법 설명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감정 곡선 패턴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스토리형 감정 곡선 (56%)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호기심(100%) -&gt; 공감(80%) -&gt; 불안(60%) -&gt; 좌절(20%) -&gt; 납득(50%) -&gt; 기대(75%) -&gt; 확신(95%)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핵심 포인트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최저점: 시도/실패 후반 (영상 40~50% 지점)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전환점: 원인설명 시작 (영상 50~60% 지점)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최고점: 증거/후기 (영상 75~85% 지점)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40%의 영상에서 마지막에 긴급감 추가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리스트형 감정 곡선 (24%)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호기심 -&gt; 납득 -&gt; 기대 -&gt; 확신 (하락 없이 상승형)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3자 시점형 감정 곡선 (12%)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호기심 -&gt; 놀라움 -&gt; 기대 -&gt; 확신 -&gt; 공유욕구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이미지 전략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영상당 평균 이미지 3.4장 / 텍스트 온리 3.8장 (비율 47:53)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이미지 유형별 사용률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제품 실물 사진: 92% (솔루션 장면)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커뮤니티 스크린샷: 68% (첫 장면 훅킹)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신체 사진: 48% (증거/후기 장면)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해부도/성분표: 20% (원인설명 장면)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밈/캐릭터: 16% (훅킹/리듬감)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전후 비교: 12% (증거 장면)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X표시 실패사진: 8% (시도/실패 장면) - 새 발견!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리뷰 캡쳐: 8% (증거 장면)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핵심 인사이트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제품 사진은 거의 100% 필수. 자연스러운 실물 사진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해부도/성분표가 정보 장면에서 신뢰도 상승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X표시 실패사진: 기존 제품에 빨간 X 그어 실패 시각화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공감 유도 방식 Top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1. 본인 경험담 고백체 (56%)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'나 어릴때부터 까맸음', '은근 계속 신경쓰이더라구요'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2. 구체적 실패 나열 (56%)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'미백크림도 써보고, 병원도 알아봤는데, 수백만원 써도~'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최소 3가지 시도+실패 필수. 기간/금액 구체적으로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3. 사회적 압박 언급 (48%)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'남자들이 ~하면 ~로 본다는 얘기를 듣고'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4. 감정의 행동화 (72%)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'신경쓰이다'(X) -&gt; '거울 볼때마다 한숨'(O)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5. 3자 시점 이야기 (12%)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'친구가 방학동안 가슴이 커졌는데 대체 어떻게 한거냐고'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새로 발견한 6가지 패턴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1. 커뮤니티 게시글 위장 훅킹 (68%)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네이트판/패완표 스크린샷 + 조회수+댓글수 = 사회적 증거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2. 석류정 제품군 집중 포맷 (32%)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같은 제품이라도 주제/각도를 바꿔 다양한 영상 생산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3. 짧은 리스트형 30~40초 포맷 (24%)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기존 style_profile에 없던 새 구조. 완시청율+댓글 높음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4. 3자 시점 스토리 (12%)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친구/주변인 이야기로 광고감 최소화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5. 가짜후기 반박 신뢰 전략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'100% 좋은 후기만 있는 제품은 없다??' 먼저 의심 던지기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6. 긴급감/희소성 CTA (40%)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'재고 얼마 없다고', '+1시간뒤 삭제', '지금 시기 놓치면'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참여도 높은 영상 특징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댓글수 TOP 4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1위: 다리 이뻐지는법 (댓글 428, 조회 258,927) - 리스트형, 34초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2위: 이뻐지는법 (댓글 384, 조회 204,072) - 리스트형, 35초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3위: 가슴커지는법 (댓글 384, 조회 147,938) - 스토리형, 69초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4위: 가슴커진애 (댓글 364, 조회 93,466) - 3자시점, 39초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공통점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리스트형(30~40초)이 댓글 유도에 가장 효과적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실용적 정보 + 짧은 길이 = 높은 완시청율 + 댓글 참여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조회수 TOP 3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1위: 다리 이뻐지는법 (조회 258,927)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2위: 이뻐지는법 (조회 204,072)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3위: 가슴 작다면 (조회 184,276)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제작 권장사항 (Action Items)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style_profile.json 업데이트 필요 항목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리스트형 구조 추가 (30~40초, 번호리스트, 이미지 비율 높음)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3자 시점 구조 추가 (친구/주변인 이야기 포맷)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가짜후기 반박 장면 추가 (선제적 의심 해소)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긴급감 CTA 마무리 옵션 추가 (40%가 사용)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훅킹 이미지 제작 우선순위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1순위: 네이트판/패완표 스타일 커뮤니티 게시글 스크린샷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2순위: 민감 주제용 일러스트/그림 대체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3순위: 충격 비주얼 (클로즈업, 팩 사진 등)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제품별 최적 포맷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착색크림: 스토리형 50~60초 (공감+좌절 강조)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석류정: 다양한 포맷 가능 (스토리/리스트/3자시점 모두)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다이어트/체형: 리스트형 30~40초 (실용 정보 중심)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2200" b="1">
                <a:solidFill>
                  <a:srgbClr val="1A1A2E"/>
                </a:solidFill>
              </a:defRPr>
            </a:pPr>
            <a:r>
              <a:t>다음 단계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프롬프트 v3.0에 새 구조 반영 (수현 담당)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훅킹 이미지 템플릿 제작 (민지 담당)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